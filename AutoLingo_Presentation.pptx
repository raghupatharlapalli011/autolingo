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AutoLingo: AI-Powered Smart Text Autocomplete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Overview: AutoLingo is an AI-powered smart text autocomplete engine designed to predict and generate text sequentially.</a:t>
            </a:r>
          </a:p>
          <a:p>
            <a:pPr>
              <a:defRPr sz="1800"/>
            </a:pPr>
            <a:r>
              <a:t>Core Technology: Built on a PyTorch Embedding-to-Linear Predictor, mapping character contexts to next-character probabilities.</a:t>
            </a:r>
          </a:p>
          <a:p>
            <a:pPr>
              <a:defRPr sz="1800"/>
            </a:pPr>
            <a:r>
              <a:t>Data Pipeline: Uses semi-supervised learning (Label Propagation, Tri-Training) to automatically sanitize and filter noisy training data.</a:t>
            </a:r>
          </a:p>
          <a:p>
            <a:pPr>
              <a:defRPr sz="1800"/>
            </a:pPr>
            <a:r>
              <a:t>Comparative Analysis: Evaluates the neural network against traditional ML baselines (KNN, Decision Trees, Logistic Regression).</a:t>
            </a:r>
          </a:p>
          <a:p>
            <a:pPr>
              <a:defRPr sz="1800"/>
            </a:pPr>
            <a:r>
              <a:t>Forecasting: Implements regression models to predict hyperparameter impacts on validation loss and training time.</a:t>
            </a:r>
          </a:p>
          <a:p>
            <a:pPr>
              <a:defRPr sz="1800"/>
            </a:pPr>
            <a:r>
              <a:t>Deployment: Features a live, interactive web dashboard using FastAPI and Streamlit/Dash for real-time autocomplete suggestions.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The Problem: Modern applications require efficient, context-aware autocomplete systems to improve user experience and typing speed.</a:t>
            </a:r>
          </a:p>
          <a:p>
            <a:pPr>
              <a:defRPr sz="1800"/>
            </a:pPr>
            <a:r>
              <a:t>Challenges: Training language models requires clean data, but real-world text (e.g., web scraping) is often noisy and unstructured. Manual labeling is expensive.</a:t>
            </a:r>
          </a:p>
          <a:p>
            <a:pPr>
              <a:defRPr sz="1800"/>
            </a:pPr>
            <a:r>
              <a:t>The Solution (AutoLingo): An end-to-end pipeline that handles everything from data ingestion and automated cleaning to model training, benchmarking, and real-time inference.</a:t>
            </a:r>
          </a:p>
          <a:p>
            <a:pPr>
              <a:defRPr sz="1800"/>
            </a:pPr>
            <a:r>
              <a:t>Objective: To build a scalable autocomplete engine and rigorously compare deep learning approaches against classical machine learning methodologies.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Traditional Text Prediction: Early systems relied on N-gram models and statistical frequencies, which struggle with long-range context.</a:t>
            </a:r>
          </a:p>
          <a:p>
            <a:pPr>
              <a:defRPr sz="1800"/>
            </a:pPr>
            <a:r>
              <a:t>Classical ML in NLP: Algorithms like KNN and Decision Trees can be adapted for character/word classification but often face the 'curse of dimensionality' with text data.</a:t>
            </a:r>
          </a:p>
          <a:p>
            <a:pPr>
              <a:defRPr sz="1800"/>
            </a:pPr>
            <a:r>
              <a:t>Deep Learning Advances: Dense embeddings and neural networks (like PyTorch-based linear models and Transformers) have revolutionized text generation by capturing semantic relationships.</a:t>
            </a:r>
          </a:p>
          <a:p>
            <a:pPr>
              <a:defRPr sz="1800"/>
            </a:pPr>
            <a:r>
              <a:t>Semi-Supervised Learning: Techniques like Label Propagation and Tri-Training leverage small amounts of labeled data to automatically annotate large, unlabeled datasets.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RESEARCH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 Bottlenecks: Lack of accessible, automated semi-supervised data cleaning pipelines for building bespoke autocomplete engines without heavy manual annotation.</a:t>
            </a:r>
          </a:p>
          <a:p>
            <a:pPr>
              <a:defRPr sz="1800"/>
            </a:pPr>
            <a:r>
              <a:t>Holistic Benchmarking: Limited platforms offer direct, side-by-side comparisons of deep learning models versus traditional ML baselines (like Random Forest or KNN) in real-time text generation tasks.</a:t>
            </a:r>
          </a:p>
          <a:p>
            <a:pPr>
              <a:defRPr sz="1800"/>
            </a:pPr>
            <a:r>
              <a:t>Resource Forecasting: Difficulty in predicting a model's training latency and validation loss based on architectural hyperparameters before committing significant compute resources.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ARCHITECTURE OF PROPOSED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 Ingestion &amp; Labeling: Raw text is cleaned, and semi-supervised Label Propagation filters out junk text to create a clean corpus.</a:t>
            </a:r>
          </a:p>
          <a:p>
            <a:pPr>
              <a:defRPr sz="1800"/>
            </a:pPr>
            <a:r>
              <a:t>Core ML Engines: The cleaned data flows into two parallel training tracks (PyTorch TextPredictor vs. Classical Classifiers).</a:t>
            </a:r>
          </a:p>
          <a:p>
            <a:pPr>
              <a:defRPr sz="1800"/>
            </a:pPr>
            <a:r>
              <a:t>Benchmarking &amp; Forecasting: Model outputs are evaluated, and regression models (Polynomial/Linear) are fitted to forecast performance.</a:t>
            </a:r>
          </a:p>
          <a:p>
            <a:pPr>
              <a:defRPr sz="1800"/>
            </a:pPr>
            <a:r>
              <a:t>Interactive Deployment: A FastAPI backend serves the trained models to a live Web UI Dashboard for real-time user interaction.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PROPOSED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 Sanitizer: Character-level n-gram frequency matrices combined with Label Propagation to classify sentences as high-quality or noise.</a:t>
            </a:r>
          </a:p>
          <a:p>
            <a:pPr>
              <a:defRPr sz="1800"/>
            </a:pPr>
            <a:r>
              <a:t>Neural Network (Core): A PyTorch-based model utilizing position embeddings and hidden linear transformation layers, optimized via Cross-Entropy Loss and AdamW.</a:t>
            </a:r>
          </a:p>
          <a:p>
            <a:pPr>
              <a:defRPr sz="1800"/>
            </a:pPr>
            <a:r>
              <a:t>Traditional ML Baselines: Context windows encoded as one-hot vectors and fed into scikit-learn models (KNN, Decision Tree, Logistic Regression).</a:t>
            </a:r>
          </a:p>
          <a:p>
            <a:pPr>
              <a:defRPr sz="1800"/>
            </a:pPr>
            <a:r>
              <a:t>Performance Regressor: Linear and Polynomial Regression models trained on system logs to predict execution time based on hyperparameters.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Model Performance: The PyTorch Embedding-to-Linear model demonstrates superior context-awareness and lower Cross-Entropy loss compared to traditional ML baselines.</a:t>
            </a:r>
          </a:p>
          <a:p>
            <a:pPr>
              <a:defRPr sz="1800"/>
            </a:pPr>
            <a:r>
              <a:t>Data Quality Impact: Tri-Training and Label Propagation successfully increased the signal-to-noise ratio in the training corpus, leading to faster convergence.</a:t>
            </a:r>
          </a:p>
          <a:p>
            <a:pPr>
              <a:defRPr sz="1800"/>
            </a:pPr>
            <a:r>
              <a:t>Forecasting Accuracy: The Polynomial Regression forecaster accurately predicted training latency for larger model sizes, allowing for optimized hyperparameter tuning.</a:t>
            </a:r>
          </a:p>
          <a:p>
            <a:pPr>
              <a:defRPr sz="1800"/>
            </a:pPr>
            <a:r>
              <a:t>Real-Time API: The dashboard successfully handles concurrent requests, visually comparing the neural network's predictions against the KNN/Decision Tree outputs in real-time.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Developed a fully integrated, smart text autocomplete system from scratch.</a:t>
            </a:r>
          </a:p>
          <a:p>
            <a:pPr>
              <a:defRPr sz="1800"/>
            </a:pPr>
            <a:r>
              <a:t>Successfully automated the tedious data cleaning process using semi-supervised learning techniques.</a:t>
            </a:r>
          </a:p>
          <a:p>
            <a:pPr>
              <a:defRPr sz="1800"/>
            </a:pPr>
            <a:r>
              <a:t>Demonstrated that neural embedding approaches yield much more cohesive autocomplete suggestions than traditional ML models.</a:t>
            </a:r>
          </a:p>
          <a:p>
            <a:pPr>
              <a:defRPr sz="1800"/>
            </a:pPr>
            <a:r>
              <a:t>Built a robust forecasting and benchmarking suite, culminating in a live, interactive API dashboard that brings the research to life.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Architectural Upgrades: Transitioning the core PyTorch engine to incorporate full Transformer Blocks (Attention mechanisms) for better long-term context.</a:t>
            </a:r>
          </a:p>
          <a:p>
            <a:pPr>
              <a:defRPr sz="1800"/>
            </a:pPr>
            <a:r>
              <a:t>Tokenization: Shifting from character-level prediction to sub-word (BPE) or word-level tokenization for faster inference and larger vocabulary handling.</a:t>
            </a:r>
          </a:p>
          <a:p>
            <a:pPr>
              <a:defRPr sz="1800"/>
            </a:pPr>
            <a:r>
              <a:t>Cloud Deployment: Containerizing the API with Docker and deploying to cloud infrastructure (AWS/GCP) for scalability and load balancing.</a:t>
            </a:r>
          </a:p>
          <a:p>
            <a:pPr>
              <a:defRPr sz="1800"/>
            </a:pPr>
            <a:r>
              <a:t>User Feedback Loop: Expanding the dashboard to include A/B testing, allowing user selections to feed back into and improve the model continuously.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PyTorch Documentation for Deep Learning Frameworks.</a:t>
            </a:r>
          </a:p>
          <a:p>
            <a:pPr>
              <a:defRPr sz="1800"/>
            </a:pPr>
            <a:r>
              <a:t>Scikit-Learn: Machine Learning in Python (Pedregosa et al., 2011).</a:t>
            </a:r>
          </a:p>
          <a:p>
            <a:pPr>
              <a:defRPr sz="1800"/>
            </a:pPr>
            <a:r>
              <a:t>Xiaojin Zhu and Zoubin Ghahramani. Learning from labeled and unlabeled data with label propagation. (2002).</a:t>
            </a:r>
          </a:p>
          <a:p>
            <a:pPr>
              <a:defRPr sz="1800"/>
            </a:pPr>
            <a:r>
              <a:t>Zhi-Hua Zhou and Ming Li. Tri-training: Exploiting unlabeled data using three classifiers. (IEEE Transactions on Knowledge and Data Engineering, 2005).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